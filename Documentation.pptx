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7" r:id="rId4"/>
    <p:sldId id="269" r:id="rId5"/>
    <p:sldId id="271" r:id="rId6"/>
    <p:sldId id="272" r:id="rId7"/>
    <p:sldId id="279" r:id="rId8"/>
    <p:sldId id="273" r:id="rId9"/>
    <p:sldId id="274" r:id="rId10"/>
    <p:sldId id="266" r:id="rId11"/>
    <p:sldId id="265" r:id="rId12"/>
    <p:sldId id="260" r:id="rId13"/>
    <p:sldId id="267" r:id="rId14"/>
    <p:sldId id="278" r:id="rId15"/>
    <p:sldId id="275" r:id="rId16"/>
    <p:sldId id="276" r:id="rId17"/>
    <p:sldId id="263" r:id="rId18"/>
    <p:sldId id="26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26CAA-4ABC-4E80-939D-1A5173E10A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4E697C-A87C-47CE-A6DB-5AE89E6752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52783-9D26-436C-BEBA-F48A76E38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30489-B863-463C-9670-F0C97DCAE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2425C-FA9F-4464-B404-69611ADC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8463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4F09C-B563-4279-B0E6-FFE9E7A41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80D69-BE9B-4174-904A-D32805CC7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12A735-A2EC-42DC-AF1F-BD3C701E0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71F05-13AD-443B-ADE6-295ABA953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11A95-253A-4C14-A4EB-8324DBA89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266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75FB8-2092-4F7E-A3B6-D6FBF56FD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75FB5-7412-46AB-93A3-309CB1C51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34979-9061-47EC-A51C-789362D5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A7C80-D11A-4324-9344-B40EDB5BE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BB5C4-07F3-4D62-BF37-D18DD657C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1855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C1B87-3716-4546-AA38-4DD5C6989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1BAE0-4CE9-4DF2-B9CD-2813B1B54E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B3CE79-E953-4C72-A8B8-CDC951D08B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C5487-C6AD-4FC5-A793-8838E7E43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1AAAC6-62B8-4F49-B6B1-7667BED48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72BFB8-568D-440B-80EB-58B7C9B3C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2052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48EB0-18F1-470E-97F8-C49695C2A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3840-9B0F-4192-BF8A-737F8D92A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7E060-63E0-4FF7-AB7F-16F575542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08B26C-89CC-4EB3-A549-08A7611A15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E2E392-1281-4110-8347-41A1FCF773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A921C0-D5CC-421B-B118-428D65AA5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74C8C-3587-4F30-8F24-4B1DF9906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A0B5D3-BDD2-493D-8AD3-59C2560B0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851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7435C-831B-4A6D-B8DA-544006EFB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FD42DB-8BCD-40E2-98C7-4DC4BDE79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82FD8C-7C81-43F2-9410-33503477A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F4543F-0CF2-4E43-93BF-9F47C52B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279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BF5B1B-A9B0-4CDE-8DF3-65055E2AC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FC31C-7B9E-4536-9AAE-E4D3C850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D6769-6B05-4CFC-83C9-D26310DD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4772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29F35-B408-4FC6-AD9E-D483CF0D0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59470-137F-4D1F-B93F-9ECD86753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CF5F49-1197-4BCD-954F-E8DD413D8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29DC85-B780-4735-A250-4C6DF63A7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25CB1C-B0B4-40A9-9E65-D8C92D15C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56D70-3EBA-4ABC-BC2E-81C6380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6682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3B71F-D051-420E-A32A-86CFCDC8E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05C558-91D1-4AFB-9168-A21100E2F1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D6E91F-80F7-4D6C-9B72-8CC5D7F360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05DE6-0EA1-4538-BBD9-D4FA791FF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91F078-6A81-4C98-A510-F10EA85F8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BA082-5A6D-43AF-87E3-378C9A8CC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4369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AD8D-9143-423E-88A9-D26F5AA23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92C50E-CBC1-4260-B132-C4B11E66BF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151CA-23E4-4197-B092-5284F500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DC76D-DEF9-4BD9-AE50-D2796887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7A053-1199-4316-B863-D9C4D43B8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939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1CDAE7-A3B0-427A-B33C-77E439E20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436CA0-77CF-4831-A011-60910EBF9B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95BDE-DC62-46C3-AE8A-61D5AA380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44D8F-9E25-4FAB-976C-4BA388192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2AC5D-934B-4EBB-8F3B-E3FDFCF4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6091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9F3D2B-D9D7-4183-8AA4-BA1C9E644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7D52B-28E8-4DE7-B9A5-9B7B980AC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074CD-9F7C-4FC8-B4D8-EDD6389198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36C699-2CAD-43B4-AFB5-A89239D373AB}" type="datetimeFigureOut">
              <a:rPr lang="en-IN" smtClean="0"/>
              <a:t>04-10-2021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0AED0-12F6-429E-B684-716603F37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60026-57AC-40C4-824B-E1A43DE6E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57FC5E-D5A9-464C-B5C0-25C509EB27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0619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reate-music-recommendation-system-using-python-ce5401317159" TargetMode="External"/><Relationship Id="rId2" Type="http://schemas.openxmlformats.org/officeDocument/2006/relationships/hyperlink" Target="https://medium.com/swlh/spotify-song-prediction-and-recommendation-system-b3bbc71398ad" TargetMode="Externa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E5C69-8997-4D70-BA19-F95AEB12F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33400"/>
            <a:ext cx="9144000" cy="191452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Agency FB" panose="020B0503020202020204" pitchFamily="34" charset="0"/>
              </a:rPr>
              <a:t>SONG RECOMMENDER USING FACIAL EXPRESSION</a:t>
            </a:r>
            <a:endParaRPr lang="en-IN" dirty="0">
              <a:solidFill>
                <a:schemeClr val="accent5">
                  <a:lumMod val="20000"/>
                  <a:lumOff val="8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DC0E65-CE98-4508-B0E9-F85380B25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3752" y="3882879"/>
            <a:ext cx="2431185" cy="2047876"/>
          </a:xfrm>
        </p:spPr>
        <p:txBody>
          <a:bodyPr>
            <a:normAutofit/>
          </a:bodyPr>
          <a:lstStyle/>
          <a:p>
            <a:pPr algn="r"/>
            <a:r>
              <a:rPr lang="en-GB" dirty="0">
                <a:solidFill>
                  <a:schemeClr val="accent5">
                    <a:lumMod val="20000"/>
                    <a:lumOff val="80000"/>
                  </a:schemeClr>
                </a:solidFill>
                <a:latin typeface="Agency FB" panose="020B0503020202020204" pitchFamily="34" charset="0"/>
              </a:rPr>
              <a:t>MENTOR:</a:t>
            </a:r>
          </a:p>
          <a:p>
            <a:pPr algn="r"/>
            <a:r>
              <a:rPr lang="en-GB" dirty="0" err="1">
                <a:solidFill>
                  <a:schemeClr val="accent5">
                    <a:lumMod val="20000"/>
                    <a:lumOff val="80000"/>
                  </a:schemeClr>
                </a:solidFill>
                <a:latin typeface="Agency FB" panose="020B0503020202020204" pitchFamily="34" charset="0"/>
              </a:rPr>
              <a:t>Dr.</a:t>
            </a:r>
            <a:r>
              <a:rPr lang="en-GB" dirty="0">
                <a:solidFill>
                  <a:schemeClr val="accent5">
                    <a:lumMod val="20000"/>
                    <a:lumOff val="80000"/>
                  </a:schemeClr>
                </a:solidFill>
                <a:latin typeface="Agency FB" panose="020B0503020202020204" pitchFamily="34" charset="0"/>
              </a:rPr>
              <a:t> ALBERT J MAYAN</a:t>
            </a:r>
            <a:endParaRPr lang="en-IN" dirty="0">
              <a:solidFill>
                <a:schemeClr val="accent5">
                  <a:lumMod val="20000"/>
                  <a:lumOff val="80000"/>
                </a:schemeClr>
              </a:solidFill>
              <a:latin typeface="Agency FB" panose="020B0503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973232-938F-4A96-A61B-896804C2E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606" y="3839925"/>
            <a:ext cx="2530059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94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5000" r="-1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7747-6048-4EAA-9B95-1B2771ECF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>
                <a:solidFill>
                  <a:schemeClr val="tx1">
                    <a:lumMod val="75000"/>
                    <a:lumOff val="25000"/>
                  </a:schemeClr>
                </a:solidFill>
                <a:latin typeface="Agency FB" panose="020B0503020202020204" pitchFamily="34" charset="0"/>
              </a:rPr>
              <a:t>PROBLEM STATEMENT :</a:t>
            </a:r>
            <a:endParaRPr lang="en-IN" sz="6000" dirty="0">
              <a:solidFill>
                <a:schemeClr val="tx1">
                  <a:lumMod val="75000"/>
                  <a:lumOff val="25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0F419-F832-47FB-B4C8-7314404FD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Agency FB" panose="020B0503020202020204" pitchFamily="34" charset="0"/>
              </a:rPr>
              <a:t>THE PROJECT IS TO DEVELOP AN EMOTION BASED MUSIC </a:t>
            </a:r>
          </a:p>
          <a:p>
            <a:pPr marL="0" indent="0">
              <a:buNone/>
            </a:pPr>
            <a:r>
              <a:rPr lang="en-US" sz="3200" dirty="0">
                <a:latin typeface="Agency FB" panose="020B0503020202020204" pitchFamily="34" charset="0"/>
              </a:rPr>
              <a:t>PLAYER WHICH IS AN ANDROID APPLICATION MEANT </a:t>
            </a:r>
          </a:p>
          <a:p>
            <a:pPr marL="0" indent="0">
              <a:buNone/>
            </a:pPr>
            <a:r>
              <a:rPr lang="en-US" sz="3200" dirty="0">
                <a:latin typeface="Agency FB" panose="020B0503020202020204" pitchFamily="34" charset="0"/>
              </a:rPr>
              <a:t>FOR USERS TO MINIMIZE HUMAN EFFORTS IN MANAGING </a:t>
            </a:r>
          </a:p>
          <a:p>
            <a:pPr marL="0" indent="0">
              <a:buNone/>
            </a:pPr>
            <a:r>
              <a:rPr lang="en-US" sz="3200" dirty="0">
                <a:latin typeface="Agency FB" panose="020B0503020202020204" pitchFamily="34" charset="0"/>
              </a:rPr>
              <a:t>PLAYLISTS.</a:t>
            </a:r>
          </a:p>
          <a:p>
            <a:pPr marL="0" indent="0">
              <a:buNone/>
            </a:pPr>
            <a:endParaRPr lang="en-IN" sz="32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734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657,429 Planning Photos - Free &amp;amp; Royalty-Free Stock Photos from Dreamstime">
            <a:extLst>
              <a:ext uri="{FF2B5EF4-FFF2-40B4-BE49-F238E27FC236}">
                <a16:creationId xmlns:a16="http://schemas.microsoft.com/office/drawing/2014/main" id="{2ABF7EA4-5361-4321-8C5E-2C259B9823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88"/>
          <a:stretch/>
        </p:blipFill>
        <p:spPr bwMode="auto">
          <a:xfrm>
            <a:off x="0" y="0"/>
            <a:ext cx="12192000" cy="6856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010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1F2C8-FA05-4491-BC46-4C115CCF2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4007"/>
            <a:ext cx="10515600" cy="3496720"/>
          </a:xfrm>
        </p:spPr>
        <p:txBody>
          <a:bodyPr>
            <a:normAutofit/>
          </a:bodyPr>
          <a:lstStyle/>
          <a:p>
            <a:r>
              <a:rPr lang="en-GB" sz="2400" i="1" dirty="0">
                <a:latin typeface="Agency FB" panose="020B0503020202020204" pitchFamily="34" charset="0"/>
                <a:cs typeface="Arial" panose="020B0604020202020204" pitchFamily="34" charset="0"/>
              </a:rPr>
              <a:t>There are a lot of music/song recommender system but, none has the ability to give songs based on the present human emotion. </a:t>
            </a:r>
          </a:p>
          <a:p>
            <a:r>
              <a:rPr lang="en-GB" sz="2400" i="1" dirty="0">
                <a:latin typeface="Agency FB" panose="020B0503020202020204" pitchFamily="34" charset="0"/>
                <a:cs typeface="Arial" panose="020B0604020202020204" pitchFamily="34" charset="0"/>
              </a:rPr>
              <a:t>So, we came up with the idea to use these resources to develop a app which uses Deep Learning and song datasets to recommend songs to the user based on his current emotion. </a:t>
            </a:r>
          </a:p>
          <a:p>
            <a:r>
              <a:rPr lang="en-GB" sz="2400" i="1" dirty="0">
                <a:latin typeface="Agency FB" panose="020B0503020202020204" pitchFamily="34" charset="0"/>
                <a:cs typeface="Arial" panose="020B0604020202020204" pitchFamily="34" charset="0"/>
              </a:rPr>
              <a:t>Yes, there are apps which takes user’s manual input and recommends song but, this system reduces the user’s work and makes his search low.</a:t>
            </a:r>
          </a:p>
          <a:p>
            <a:r>
              <a:rPr lang="en-GB" sz="2400" i="1" dirty="0">
                <a:latin typeface="Agency FB" panose="020B0503020202020204" pitchFamily="34" charset="0"/>
                <a:cs typeface="Arial" panose="020B0604020202020204" pitchFamily="34" charset="0"/>
              </a:rPr>
              <a:t>So, it struck us that why shouldn’t we give it a go and make it a reality for the user’s as an instant song listening app.</a:t>
            </a:r>
            <a:endParaRPr lang="en-IN" sz="2400" i="1" dirty="0">
              <a:latin typeface="Agency FB" panose="020B0503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Top Positive Quotes To Inspire You (With Images)">
            <a:extLst>
              <a:ext uri="{FF2B5EF4-FFF2-40B4-BE49-F238E27FC236}">
                <a16:creationId xmlns:a16="http://schemas.microsoft.com/office/drawing/2014/main" id="{36977ED9-117B-4D30-96A6-DF220EBB04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01" t="7550" r="16436" b="23671"/>
          <a:stretch/>
        </p:blipFill>
        <p:spPr bwMode="auto">
          <a:xfrm>
            <a:off x="2992581" y="212436"/>
            <a:ext cx="5505434" cy="2262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8894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7E53D-8B3E-4540-8F3B-B4DBA2F59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latin typeface="Agency FB" panose="020B0503020202020204" pitchFamily="34" charset="0"/>
              </a:rPr>
              <a:t>ABSTRACT:</a:t>
            </a:r>
            <a:endParaRPr lang="en-IN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B000D-CB62-4744-BEC6-BBBFD931E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963" y="1690688"/>
            <a:ext cx="7077364" cy="4351338"/>
          </a:xfrm>
        </p:spPr>
        <p:txBody>
          <a:bodyPr/>
          <a:lstStyle/>
          <a:p>
            <a:r>
              <a:rPr lang="en-GB" i="1" dirty="0">
                <a:latin typeface="Agency FB" panose="020B0503020202020204" pitchFamily="34" charset="0"/>
              </a:rPr>
              <a:t>THIS IS AN ANDROID APPLICATION WHERE A USER WILL BE ABLE TO PLAY SONGS ACCORDING TO THEIR MOOD (EMOTION). </a:t>
            </a:r>
          </a:p>
          <a:p>
            <a:pPr marL="0" indent="0">
              <a:buNone/>
            </a:pPr>
            <a:endParaRPr lang="en-GB" i="1" dirty="0">
              <a:latin typeface="Agency FB" panose="020B0503020202020204" pitchFamily="34" charset="0"/>
            </a:endParaRPr>
          </a:p>
          <a:p>
            <a:r>
              <a:rPr lang="en-GB" i="1" dirty="0">
                <a:latin typeface="Agency FB" panose="020B0503020202020204" pitchFamily="34" charset="0"/>
              </a:rPr>
              <a:t>THIS APPLICATION LETS THE USER SELECT THE LANGUAGE AND USING FACIAL EXPRESSION RECOGNITION, IT SELECTS AND PLAYS A SONG ACCORDING TO THEIR MOOD.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D663EA-AE35-4BC7-BD88-9A3FE59C8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593" y="1027906"/>
            <a:ext cx="3914775" cy="406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088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6C1ED-2D9E-4729-81DB-D1E727F8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5977E-BBF8-4911-ABCF-43B8C10E5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2554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Requirements Analysis - Assignment Point">
            <a:extLst>
              <a:ext uri="{FF2B5EF4-FFF2-40B4-BE49-F238E27FC236}">
                <a16:creationId xmlns:a16="http://schemas.microsoft.com/office/drawing/2014/main" id="{48B8E42D-9DD9-45FE-9CEB-C7F824378B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3235" y="1662617"/>
            <a:ext cx="7065530" cy="3532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776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601BD-5553-48B9-B8E2-53A75736C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Requirements: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D7579-B77A-4EB8-89C2-69BA6A902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2084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601BD-5553-48B9-B8E2-53A75736C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Non-Functional Requirements: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D7579-B77A-4EB8-89C2-69BA6A902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8380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1507-4E9A-4D40-8512-E5B6870D6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6600" i="1" dirty="0">
                <a:latin typeface="Agency FB" panose="020B0503020202020204" pitchFamily="34" charset="0"/>
                <a:cs typeface="Times New Roman" panose="02020603050405020304" pitchFamily="18" charset="0"/>
              </a:rPr>
              <a:t>IDEATION MAP</a:t>
            </a:r>
            <a:endParaRPr lang="en-IN" sz="6600" i="1" dirty="0">
              <a:latin typeface="Agency FB" panose="020B0503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98AB91-A685-4953-87F4-4A3D901F9B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71" t="6498" r="3011" b="17408"/>
          <a:stretch/>
        </p:blipFill>
        <p:spPr>
          <a:xfrm rot="16200000">
            <a:off x="3927815" y="810437"/>
            <a:ext cx="4742775" cy="685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993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BAF67-B451-4EAB-8CF3-8E44F6F38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6600" i="1" dirty="0">
                <a:latin typeface="Agency FB" panose="020B0503020202020204" pitchFamily="34" charset="0"/>
                <a:cs typeface="Times New Roman" panose="02020603050405020304" pitchFamily="18" charset="0"/>
              </a:rPr>
              <a:t>PROPOSED WORK:</a:t>
            </a:r>
            <a:endParaRPr lang="en-IN" sz="6600" i="1" dirty="0">
              <a:latin typeface="Agency FB" panose="020B0503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12F1C7-6DCA-4162-876C-DA94EDAC42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117" t="4209" b="10269"/>
          <a:stretch/>
        </p:blipFill>
        <p:spPr>
          <a:xfrm rot="16200000">
            <a:off x="3698450" y="-113155"/>
            <a:ext cx="4795102" cy="802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921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6BB5C-97B8-4CF0-9315-211403D3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417"/>
            <a:ext cx="2320636" cy="673562"/>
          </a:xfrm>
        </p:spPr>
        <p:txBody>
          <a:bodyPr>
            <a:normAutofit fontScale="90000"/>
          </a:bodyPr>
          <a:lstStyle/>
          <a:p>
            <a:r>
              <a:rPr lang="en-IN" dirty="0">
                <a:latin typeface="Agency FB" panose="020B0503020202020204" pitchFamily="34" charset="0"/>
              </a:rPr>
              <a:t>FLOW CHART: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F4638CD-E9D8-4637-B48E-188B59A09F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00" t="5324" r="5904" b="3299"/>
          <a:stretch/>
        </p:blipFill>
        <p:spPr bwMode="auto">
          <a:xfrm>
            <a:off x="4424218" y="0"/>
            <a:ext cx="5717309" cy="626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3420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5CAFE9-EC1E-4D41-979A-1BEDD2110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561" y="1154544"/>
            <a:ext cx="7761138" cy="5126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9BD885-BF20-4C24-AFD0-7E98F9D270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751" r="3393"/>
          <a:stretch/>
        </p:blipFill>
        <p:spPr>
          <a:xfrm>
            <a:off x="803562" y="1154544"/>
            <a:ext cx="3573319" cy="5703455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FBDF52D3-BD62-4FE8-B3B8-28EA0CEC3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283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2800" dirty="0">
                <a:latin typeface="Agency FB" panose="020B0503020202020204" pitchFamily="34" charset="0"/>
              </a:rPr>
              <a:t>ACTIVITY DIAGRAM:			SEQUENCE DIAGRAM:</a:t>
            </a:r>
            <a:endParaRPr lang="en-IN" sz="28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1338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247,000+ Design Pictures">
            <a:extLst>
              <a:ext uri="{FF2B5EF4-FFF2-40B4-BE49-F238E27FC236}">
                <a16:creationId xmlns:a16="http://schemas.microsoft.com/office/drawing/2014/main" id="{8D9540F2-9E16-4BE0-ABB7-7D52276B95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48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9724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34A0D-73BD-4473-B3C2-FE6AD5FB6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Tools used: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F2467-F4D7-4375-A532-EC2270F2D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OpenCV</a:t>
            </a:r>
          </a:p>
          <a:p>
            <a:r>
              <a:rPr lang="en-GB" dirty="0"/>
              <a:t>Flutter(front-end)</a:t>
            </a:r>
          </a:p>
          <a:p>
            <a:r>
              <a:rPr lang="en-IN" dirty="0" err="1"/>
              <a:t>Kraggle</a:t>
            </a:r>
            <a:r>
              <a:rPr lang="en-IN" dirty="0"/>
              <a:t> (Jagadeesh change whatever u want)</a:t>
            </a:r>
          </a:p>
          <a:p>
            <a:r>
              <a:rPr lang="en-IN" dirty="0"/>
              <a:t>Postgres (database)</a:t>
            </a:r>
          </a:p>
          <a:p>
            <a:r>
              <a:rPr lang="en-IN" dirty="0"/>
              <a:t>CNN for recognition</a:t>
            </a:r>
          </a:p>
          <a:p>
            <a:r>
              <a:rPr lang="en-IN" dirty="0"/>
              <a:t>Add if I left out something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7959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690F4-D12A-4AB0-8E22-DA86F80D3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UI/UX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CA6BA-D835-48CB-8ABD-0BF27AF5A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Add Only Images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7086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7CA7B-8689-4BFE-9C5F-762B3A344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436" y="337416"/>
            <a:ext cx="11767128" cy="4733348"/>
          </a:xfrm>
        </p:spPr>
        <p:txBody>
          <a:bodyPr>
            <a:normAutofit fontScale="90000"/>
          </a:bodyPr>
          <a:lstStyle/>
          <a:p>
            <a:r>
              <a:rPr lang="en-GB" sz="4900" i="1" dirty="0">
                <a:latin typeface="Agency FB" panose="020B0503020202020204" pitchFamily="34" charset="0"/>
                <a:cs typeface="Times New Roman" panose="02020603050405020304" pitchFamily="18" charset="0"/>
              </a:rPr>
              <a:t>REFERENCES</a:t>
            </a:r>
            <a:r>
              <a:rPr lang="en-GB" sz="49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GB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Spotify — Song Prediction and Recommendation System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by : </a:t>
            </a:r>
            <a:r>
              <a:rPr lang="en-GB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Sunku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Sowmya </a:t>
            </a:r>
            <a:r>
              <a:rPr lang="en-GB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Sree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Source: 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https://medium.com/swlh/spotify-song-prediction-and-recommendation-system-b3bbc71398ad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Create Music Recommendation System Using Python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by : Ajinkya Khobragade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Source: 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https://towardsdatascience.com/create-music-recommendation-system-using-python-ce5401317159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2375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2,517 Presentation thank you Vector Images, Presentation thank you  Illustrations | Depositphotos">
            <a:extLst>
              <a:ext uri="{FF2B5EF4-FFF2-40B4-BE49-F238E27FC236}">
                <a16:creationId xmlns:a16="http://schemas.microsoft.com/office/drawing/2014/main" id="{600B82DF-5C18-4B02-99FF-C80D18F6E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2192001" cy="6855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5076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</TotalTime>
  <Words>331</Words>
  <Application>Microsoft Office PowerPoint</Application>
  <PresentationFormat>Widescreen</PresentationFormat>
  <Paragraphs>33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Agency FB</vt:lpstr>
      <vt:lpstr>Arial</vt:lpstr>
      <vt:lpstr>Calibri</vt:lpstr>
      <vt:lpstr>Calibri Light</vt:lpstr>
      <vt:lpstr>Times New Roman</vt:lpstr>
      <vt:lpstr>Office Theme</vt:lpstr>
      <vt:lpstr>SONG RECOMMENDER USING FACIAL EXPRESSION</vt:lpstr>
      <vt:lpstr>PROBLEM STATEMENT :</vt:lpstr>
      <vt:lpstr>PowerPoint Presentation</vt:lpstr>
      <vt:lpstr>PowerPoint Presentation</vt:lpstr>
      <vt:lpstr>ABSTRACT:</vt:lpstr>
      <vt:lpstr>Scope:</vt:lpstr>
      <vt:lpstr>PowerPoint Presentation</vt:lpstr>
      <vt:lpstr>Functional Requirements:</vt:lpstr>
      <vt:lpstr>Non-Functional Requirements:</vt:lpstr>
      <vt:lpstr>IDEATION MAP</vt:lpstr>
      <vt:lpstr>PROPOSED WORK:</vt:lpstr>
      <vt:lpstr>FLOW CHART:</vt:lpstr>
      <vt:lpstr>ACTIVITY DIAGRAM:   SEQUENCE DIAGRAM:</vt:lpstr>
      <vt:lpstr>PowerPoint Presentation</vt:lpstr>
      <vt:lpstr>Tools used:</vt:lpstr>
      <vt:lpstr>UI/UX</vt:lpstr>
      <vt:lpstr>REFERENCES:   1) Spotify — Song Prediction and Recommendation System      by : Sunku Sowmya Sree      Source: https://medium.com/swlh/spotify-song-prediction-and-recommendation-system-b3bbc71398ad    2) Create Music Recommendation System Using Python      by : Ajinkya Khobragade      Source: https://towardsdatascience.com/create-music-recommendation-system-using-python-ce5401317159  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CHATBOT SONG RECOMMENDER USING FACIAL EXPRESSION</dc:title>
  <dc:creator>Devaraj Sreeram</dc:creator>
  <cp:lastModifiedBy>HARIHARAN B P</cp:lastModifiedBy>
  <cp:revision>16</cp:revision>
  <dcterms:created xsi:type="dcterms:W3CDTF">2021-09-14T14:00:02Z</dcterms:created>
  <dcterms:modified xsi:type="dcterms:W3CDTF">2021-10-04T04:50:33Z</dcterms:modified>
</cp:coreProperties>
</file>