
<file path=[Content_Types].xml><?xml version="1.0" encoding="utf-8"?>
<Types xmlns="http://schemas.openxmlformats.org/package/2006/content-types">
  <Default Extension="jfif" ContentType="image/jpeg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77" r:id="rId4"/>
    <p:sldId id="269" r:id="rId5"/>
    <p:sldId id="271" r:id="rId6"/>
    <p:sldId id="272" r:id="rId7"/>
    <p:sldId id="279" r:id="rId8"/>
    <p:sldId id="273" r:id="rId9"/>
    <p:sldId id="274" r:id="rId10"/>
    <p:sldId id="266" r:id="rId11"/>
    <p:sldId id="265" r:id="rId12"/>
    <p:sldId id="260" r:id="rId13"/>
    <p:sldId id="267" r:id="rId14"/>
    <p:sldId id="278" r:id="rId15"/>
    <p:sldId id="275" r:id="rId16"/>
    <p:sldId id="276" r:id="rId17"/>
    <p:sldId id="263" r:id="rId18"/>
    <p:sldId id="268" r:id="rId1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83" d="100"/>
          <a:sy n="83" d="100"/>
        </p:scale>
        <p:origin x="614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426CAA-4ABC-4E80-939D-1A5173E10A3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94E697C-A87C-47CE-A6DB-5AE89E67529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C052783-9D26-436C-BEBA-F48A76E38C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36C699-2CAD-43B4-AFB5-A89239D373AB}" type="datetimeFigureOut">
              <a:rPr lang="en-IN" smtClean="0"/>
              <a:t>14-10-2021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E030489-B863-463C-9670-F0C97DCAE9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452425C-FA9F-4464-B404-69611ADCD3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57FC5E-D5A9-464C-B5C0-25C509EB27B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0846374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74F09C-B563-4279-B0E6-FFE9E7A41B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A880D69-BE9B-4174-904A-D32805CC77F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712A735-A2EC-42DC-AF1F-BD3C701E0F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36C699-2CAD-43B4-AFB5-A89239D373AB}" type="datetimeFigureOut">
              <a:rPr lang="en-IN" smtClean="0"/>
              <a:t>14-10-2021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0071F05-13AD-443B-ADE6-295ABA953E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7111A95-253A-4C14-A4EB-8324DBA898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57FC5E-D5A9-464C-B5C0-25C509EB27B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426666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B75FB8-2092-4F7E-A3B6-D6FBF56FD4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C175FB5-7412-46AB-93A3-309CB1C5105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2434979-9061-47EC-A51C-789362D574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36C699-2CAD-43B4-AFB5-A89239D373AB}" type="datetimeFigureOut">
              <a:rPr lang="en-IN" smtClean="0"/>
              <a:t>14-10-2021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F9A7C80-D11A-4324-9344-B40EDB5BEC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D1BB5C4-07F3-4D62-BF37-D18DD657CC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57FC5E-D5A9-464C-B5C0-25C509EB27B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4185558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2C1B87-3716-4546-AA38-4DD5C6989B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BD1BAE0-4CE9-4DF2-B9CD-2813B1B54E4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FB3CE79-E953-4C72-A8B8-CDC951D08BB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C9C5487-C6AD-4FC5-A793-8838E7E437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36C699-2CAD-43B4-AFB5-A89239D373AB}" type="datetimeFigureOut">
              <a:rPr lang="en-IN" smtClean="0"/>
              <a:t>14-10-2021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E1AAAC6-62B8-4F49-B6B1-7667BED48A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672BFB8-568D-440B-80EB-58B7C9B3C3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57FC5E-D5A9-464C-B5C0-25C509EB27B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4205273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948EB0-18F1-470E-97F8-C49695C2AB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BF93840-9B0F-4192-BF8A-737F8D92AAE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CE7E060-63E0-4FF7-AB7F-16F57554210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808B26C-89CC-4EB3-A549-08A7611A15B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4E2E392-1281-4110-8347-41A1FCF773F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1A921C0-D5CC-421B-B118-428D65AA50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36C699-2CAD-43B4-AFB5-A89239D373AB}" type="datetimeFigureOut">
              <a:rPr lang="en-IN" smtClean="0"/>
              <a:t>14-10-2021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9774C8C-3587-4F30-8F24-4B1DF9906B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5A0B5D3-BDD2-493D-8AD3-59C2560B07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57FC5E-D5A9-464C-B5C0-25C509EB27B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185179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47435C-831B-4A6D-B8DA-544006EFBD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5FD42DB-8BCD-40E2-98C7-4DC4BDE795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36C699-2CAD-43B4-AFB5-A89239D373AB}" type="datetimeFigureOut">
              <a:rPr lang="en-IN" smtClean="0"/>
              <a:t>14-10-2021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C82FD8C-7C81-43F2-9410-33503477AA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5F4543F-0CF2-4E43-93BF-9F47C52BCF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57FC5E-D5A9-464C-B5C0-25C509EB27B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6827974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6BF5B1B-A9B0-4CDE-8DF3-65055E2ACA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36C699-2CAD-43B4-AFB5-A89239D373AB}" type="datetimeFigureOut">
              <a:rPr lang="en-IN" smtClean="0"/>
              <a:t>14-10-2021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B8FC31C-7B9E-4536-9AAE-E4D3C8506D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ABD6769-6B05-4CFC-83C9-D26310DD49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57FC5E-D5A9-464C-B5C0-25C509EB27B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6477234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129F35-B408-4FC6-AD9E-D483CF0D01A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2B59470-137F-4D1F-B93F-9ECD8675348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CCF5F49-1197-4BCD-954F-E8DD413D8EA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F29DC85-B780-4735-A250-4C6DF63A7D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36C699-2CAD-43B4-AFB5-A89239D373AB}" type="datetimeFigureOut">
              <a:rPr lang="en-IN" smtClean="0"/>
              <a:t>14-10-2021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925CB1C-B0B4-40A9-9E65-D8C92D15CC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CC56D70-3EBA-4ABC-BC2E-81C6380100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57FC5E-D5A9-464C-B5C0-25C509EB27B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7668252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B3B71F-D051-420E-A32A-86CFCDC8E5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305C558-91D1-4AFB-9168-A21100E2F19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AD6E91F-80F7-4D6C-9B72-8CC5D7F360C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E805DE6-0EA1-4538-BBD9-D4FA791FF6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36C699-2CAD-43B4-AFB5-A89239D373AB}" type="datetimeFigureOut">
              <a:rPr lang="en-IN" smtClean="0"/>
              <a:t>14-10-2021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B91F078-6A81-4C98-A510-F10EA85F80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08BA082-5A6D-43AF-87E3-378C9A8CCC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57FC5E-D5A9-464C-B5C0-25C509EB27B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9436962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6DAD8D-9143-423E-88A9-D26F5AA238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792C50E-CBC1-4260-B132-C4B11E66BF2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A2151CA-23E4-4197-B092-5284F5002F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36C699-2CAD-43B4-AFB5-A89239D373AB}" type="datetimeFigureOut">
              <a:rPr lang="en-IN" smtClean="0"/>
              <a:t>14-10-2021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7ADC76D-DEF9-4BD9-AE50-D2796887C0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F07A053-1199-4316-B863-D9C4D43B84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57FC5E-D5A9-464C-B5C0-25C509EB27B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7293980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731CDAE7-A3B0-427A-B33C-77E439E20F6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C436CA0-77CF-4831-A011-60910EBF9BC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A295BDE-DC62-46C3-AE8A-61D5AA3807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36C699-2CAD-43B4-AFB5-A89239D373AB}" type="datetimeFigureOut">
              <a:rPr lang="en-IN" smtClean="0"/>
              <a:t>14-10-2021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4144D8F-9E25-4FAB-976C-4BA3881927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8D2AC5D-934B-4EBB-8F3B-E3FDFCF463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57FC5E-D5A9-464C-B5C0-25C509EB27B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7609143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29F3D2B-D9D7-4183-8AA4-BA1C9E644B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917D52B-28E8-4DE7-B9A5-9B7B980AC0A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2C074CD-9F7C-4FC8-B4D8-EDD6389198B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036C699-2CAD-43B4-AFB5-A89239D373AB}" type="datetimeFigureOut">
              <a:rPr lang="en-IN" smtClean="0"/>
              <a:t>14-10-2021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320AED0-12F6-429E-B684-716603F377B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B960026-57AC-40C4-824B-E1A43DE6E9A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757FC5E-D5A9-464C-B5C0-25C509EB27B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6061960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fif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fif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6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e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jpe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hyperlink" Target="https://towardsdatascience.com/create-music-recommendation-system-using-python-ce5401317159" TargetMode="External"/><Relationship Id="rId2" Type="http://schemas.openxmlformats.org/officeDocument/2006/relationships/hyperlink" Target="https://medium.com/swlh/spotify-song-prediction-and-recommendation-system-b3bbc71398ad" TargetMode="External"/><Relationship Id="rId1" Type="http://schemas.openxmlformats.org/officeDocument/2006/relationships/slideLayout" Target="../slideLayouts/slideLayout6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jpe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 l="-2000" r="-2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4E5C69-8997-4D70-BA19-F95AEB12F26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533400"/>
            <a:ext cx="9144000" cy="1914525"/>
          </a:xfrm>
        </p:spPr>
        <p:txBody>
          <a:bodyPr>
            <a:normAutofit/>
          </a:bodyPr>
          <a:lstStyle/>
          <a:p>
            <a:r>
              <a:rPr lang="en-US" dirty="0">
                <a:solidFill>
                  <a:schemeClr val="accent5">
                    <a:lumMod val="20000"/>
                    <a:lumOff val="80000"/>
                  </a:schemeClr>
                </a:solidFill>
                <a:latin typeface="Agency FB" panose="020B0503020202020204" pitchFamily="34" charset="0"/>
              </a:rPr>
              <a:t>SONG RECOMMENDER USING FACIAL EXPRESSION</a:t>
            </a:r>
            <a:endParaRPr lang="en-IN" dirty="0">
              <a:solidFill>
                <a:schemeClr val="accent5">
                  <a:lumMod val="20000"/>
                  <a:lumOff val="80000"/>
                </a:schemeClr>
              </a:solidFill>
              <a:latin typeface="Agency FB" panose="020B0503020202020204" pitchFamily="34" charset="0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FDC0E65-CE98-4508-B0E9-F85380B255B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43752" y="3882879"/>
            <a:ext cx="2431185" cy="2047876"/>
          </a:xfrm>
        </p:spPr>
        <p:txBody>
          <a:bodyPr>
            <a:normAutofit/>
          </a:bodyPr>
          <a:lstStyle/>
          <a:p>
            <a:pPr algn="r"/>
            <a:r>
              <a:rPr lang="en-GB" dirty="0">
                <a:solidFill>
                  <a:schemeClr val="accent5">
                    <a:lumMod val="20000"/>
                    <a:lumOff val="80000"/>
                  </a:schemeClr>
                </a:solidFill>
                <a:latin typeface="Agency FB" panose="020B0503020202020204" pitchFamily="34" charset="0"/>
              </a:rPr>
              <a:t>MENTOR:</a:t>
            </a:r>
          </a:p>
          <a:p>
            <a:pPr algn="r"/>
            <a:r>
              <a:rPr lang="en-GB" dirty="0" err="1">
                <a:solidFill>
                  <a:schemeClr val="accent5">
                    <a:lumMod val="20000"/>
                    <a:lumOff val="80000"/>
                  </a:schemeClr>
                </a:solidFill>
                <a:latin typeface="Agency FB" panose="020B0503020202020204" pitchFamily="34" charset="0"/>
              </a:rPr>
              <a:t>Dr.</a:t>
            </a:r>
            <a:r>
              <a:rPr lang="en-GB" dirty="0">
                <a:solidFill>
                  <a:schemeClr val="accent5">
                    <a:lumMod val="20000"/>
                    <a:lumOff val="80000"/>
                  </a:schemeClr>
                </a:solidFill>
                <a:latin typeface="Agency FB" panose="020B0503020202020204" pitchFamily="34" charset="0"/>
              </a:rPr>
              <a:t> ALBERT J MAYAN</a:t>
            </a:r>
            <a:endParaRPr lang="en-IN" dirty="0">
              <a:solidFill>
                <a:schemeClr val="accent5">
                  <a:lumMod val="20000"/>
                  <a:lumOff val="80000"/>
                </a:schemeClr>
              </a:solidFill>
              <a:latin typeface="Agency FB" panose="020B0503020202020204" pitchFamily="34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9B973232-938F-4A96-A61B-896804C2E76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10606" y="3839925"/>
            <a:ext cx="2530059" cy="21337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3894827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 l="-15000" r="-15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327747-6048-4EAA-9B95-1B2771ECF1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6000" dirty="0">
                <a:solidFill>
                  <a:schemeClr val="tx1">
                    <a:lumMod val="75000"/>
                    <a:lumOff val="25000"/>
                  </a:schemeClr>
                </a:solidFill>
                <a:latin typeface="Agency FB" panose="020B0503020202020204" pitchFamily="34" charset="0"/>
              </a:rPr>
              <a:t>PROBLEM STATEMENT :</a:t>
            </a:r>
            <a:endParaRPr lang="en-IN" sz="6000" dirty="0">
              <a:solidFill>
                <a:schemeClr val="tx1">
                  <a:lumMod val="75000"/>
                  <a:lumOff val="25000"/>
                </a:schemeClr>
              </a:solidFill>
              <a:latin typeface="Agency FB" panose="020B0503020202020204" pitchFamily="34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230F419-F832-47FB-B4C8-7314404FD14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sz="3200" dirty="0">
                <a:latin typeface="Agency FB" panose="020B0503020202020204" pitchFamily="34" charset="0"/>
              </a:rPr>
              <a:t>THE PROJECT IS TO DEVELOP AN EMOTION BASED MUSIC </a:t>
            </a:r>
          </a:p>
          <a:p>
            <a:pPr marL="0" indent="0">
              <a:buNone/>
            </a:pPr>
            <a:r>
              <a:rPr lang="en-US" sz="3200" dirty="0">
                <a:latin typeface="Agency FB" panose="020B0503020202020204" pitchFamily="34" charset="0"/>
              </a:rPr>
              <a:t>PLAYER WHICH IS AN ANDROID APPLICATION MEANT </a:t>
            </a:r>
          </a:p>
          <a:p>
            <a:pPr marL="0" indent="0">
              <a:buNone/>
            </a:pPr>
            <a:r>
              <a:rPr lang="en-US" sz="3200" dirty="0">
                <a:latin typeface="Agency FB" panose="020B0503020202020204" pitchFamily="34" charset="0"/>
              </a:rPr>
              <a:t>FOR USERS TO MINIMIZE HUMAN EFFORTS IN MANAGING </a:t>
            </a:r>
          </a:p>
          <a:p>
            <a:pPr marL="0" indent="0">
              <a:buNone/>
            </a:pPr>
            <a:r>
              <a:rPr lang="en-US" sz="3200" dirty="0">
                <a:latin typeface="Agency FB" panose="020B0503020202020204" pitchFamily="34" charset="0"/>
              </a:rPr>
              <a:t>PLAYLISTS.</a:t>
            </a:r>
          </a:p>
          <a:p>
            <a:pPr marL="0" indent="0">
              <a:buNone/>
            </a:pPr>
            <a:endParaRPr lang="en-IN" sz="3200" dirty="0">
              <a:latin typeface="Agency FB" panose="020B0503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473453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657,429 Planning Photos - Free &amp;amp; Royalty-Free Stock Photos from Dreamstime">
            <a:extLst>
              <a:ext uri="{FF2B5EF4-FFF2-40B4-BE49-F238E27FC236}">
                <a16:creationId xmlns:a16="http://schemas.microsoft.com/office/drawing/2014/main" id="{2ABF7EA4-5361-4321-8C5E-2C259B982302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9788"/>
          <a:stretch/>
        </p:blipFill>
        <p:spPr bwMode="auto">
          <a:xfrm>
            <a:off x="0" y="0"/>
            <a:ext cx="12192000" cy="685636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78801038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B01F2C8-FA05-4491-BC46-4C115CCF2B1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784007"/>
            <a:ext cx="10515600" cy="3496720"/>
          </a:xfrm>
        </p:spPr>
        <p:txBody>
          <a:bodyPr>
            <a:normAutofit/>
          </a:bodyPr>
          <a:lstStyle/>
          <a:p>
            <a:r>
              <a:rPr lang="en-GB" sz="2400" i="1" dirty="0">
                <a:latin typeface="Agency FB" panose="020B0503020202020204" pitchFamily="34" charset="0"/>
                <a:cs typeface="Arial" panose="020B0604020202020204" pitchFamily="34" charset="0"/>
              </a:rPr>
              <a:t>There are a lot of music/song recommender system but, none has the ability to give songs based on the present human emotion. </a:t>
            </a:r>
          </a:p>
          <a:p>
            <a:r>
              <a:rPr lang="en-GB" sz="2400" i="1" dirty="0">
                <a:latin typeface="Agency FB" panose="020B0503020202020204" pitchFamily="34" charset="0"/>
                <a:cs typeface="Arial" panose="020B0604020202020204" pitchFamily="34" charset="0"/>
              </a:rPr>
              <a:t>So, we came up with the idea to use these resources to develop a app which uses Deep Learning and song datasets to recommend songs to the user based on his current emotion. </a:t>
            </a:r>
          </a:p>
          <a:p>
            <a:r>
              <a:rPr lang="en-GB" sz="2400" i="1" dirty="0">
                <a:latin typeface="Agency FB" panose="020B0503020202020204" pitchFamily="34" charset="0"/>
                <a:cs typeface="Arial" panose="020B0604020202020204" pitchFamily="34" charset="0"/>
              </a:rPr>
              <a:t>Yes, there are apps which takes user’s manual input and recommends song but, this system reduces the user’s work and makes his search low.</a:t>
            </a:r>
          </a:p>
          <a:p>
            <a:r>
              <a:rPr lang="en-GB" sz="2400" i="1" dirty="0">
                <a:latin typeface="Agency FB" panose="020B0503020202020204" pitchFamily="34" charset="0"/>
                <a:cs typeface="Arial" panose="020B0604020202020204" pitchFamily="34" charset="0"/>
              </a:rPr>
              <a:t>So, it struck us that why shouldn’t we give it a go and make it a reality for the user’s as an instant song listening app.</a:t>
            </a:r>
            <a:endParaRPr lang="en-IN" sz="2400" i="1" dirty="0">
              <a:latin typeface="Agency FB" panose="020B0503020202020204" pitchFamily="34" charset="0"/>
              <a:cs typeface="Arial" panose="020B0604020202020204" pitchFamily="34" charset="0"/>
            </a:endParaRPr>
          </a:p>
        </p:txBody>
      </p:sp>
      <p:pic>
        <p:nvPicPr>
          <p:cNvPr id="4" name="Picture 3" descr="Top Positive Quotes To Inspire You (With Images)">
            <a:extLst>
              <a:ext uri="{FF2B5EF4-FFF2-40B4-BE49-F238E27FC236}">
                <a16:creationId xmlns:a16="http://schemas.microsoft.com/office/drawing/2014/main" id="{36977ED9-117B-4D30-96A6-DF220EBB0413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5101" t="7550" r="16436" b="23671"/>
          <a:stretch/>
        </p:blipFill>
        <p:spPr bwMode="auto">
          <a:xfrm>
            <a:off x="2992581" y="212436"/>
            <a:ext cx="5505434" cy="22629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22889498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F7E53D-8B3E-4540-8F3B-B4DBA2F598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4400" dirty="0">
                <a:latin typeface="Agency FB" panose="020B0503020202020204" pitchFamily="34" charset="0"/>
              </a:rPr>
              <a:t>ABSTRACT:</a:t>
            </a:r>
            <a:endParaRPr lang="en-IN" dirty="0">
              <a:latin typeface="Agency FB" panose="020B0503020202020204" pitchFamily="34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85B000D-CB62-4744-BEC6-BBBFD931E70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20963" y="1690688"/>
            <a:ext cx="7077364" cy="4351338"/>
          </a:xfrm>
        </p:spPr>
        <p:txBody>
          <a:bodyPr/>
          <a:lstStyle/>
          <a:p>
            <a:r>
              <a:rPr lang="en-GB" i="1" dirty="0">
                <a:latin typeface="Agency FB" panose="020B0503020202020204" pitchFamily="34" charset="0"/>
              </a:rPr>
              <a:t>THIS IS AN ANDROID APPLICATION WHERE A USER WILL BE ABLE TO PLAY SONGS ACCORDING TO THEIR MOOD (EMOTION). </a:t>
            </a:r>
          </a:p>
          <a:p>
            <a:pPr marL="0" indent="0">
              <a:buNone/>
            </a:pPr>
            <a:endParaRPr lang="en-GB" i="1" dirty="0">
              <a:latin typeface="Agency FB" panose="020B0503020202020204" pitchFamily="34" charset="0"/>
            </a:endParaRPr>
          </a:p>
          <a:p>
            <a:r>
              <a:rPr lang="en-GB" i="1" dirty="0">
                <a:latin typeface="Agency FB" panose="020B0503020202020204" pitchFamily="34" charset="0"/>
              </a:rPr>
              <a:t>THIS APPLICATION LETS THE USER SELECT THE LANGUAGE AND USING FACIAL EXPRESSION RECOGNITION, IT SELECTS AND PLAYS A SONG ACCORDING TO THEIR MOOD. 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1D663EA-AE35-4BC7-BD88-9A3FE59C800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37593" y="1027906"/>
            <a:ext cx="3914775" cy="40671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7508873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F6C1ED-2D9E-4729-81DB-D1E727F811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Scope: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D65977E-BBF8-4911-ABCF-43B8C10E578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94255409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4" name="Picture 2" descr="Requirements Analysis - Assignment Point">
            <a:extLst>
              <a:ext uri="{FF2B5EF4-FFF2-40B4-BE49-F238E27FC236}">
                <a16:creationId xmlns:a16="http://schemas.microsoft.com/office/drawing/2014/main" id="{48B8E42D-9DD9-45FE-9CEB-C7F824378B5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63235" y="1662617"/>
            <a:ext cx="7065530" cy="353276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3277693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5601BD-5553-48B9-B8E2-53A75736C6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Functional Requirements: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53D7579-B77A-4EB8-89C2-69BA6A9023C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32208417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5601BD-5553-48B9-B8E2-53A75736C6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Non-Functional Requirements: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53D7579-B77A-4EB8-89C2-69BA6A9023C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25838029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3F1507-4E9A-4D40-8512-E5B6870D62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GB" sz="6600" i="1" dirty="0">
                <a:latin typeface="Agency FB" panose="020B0503020202020204" pitchFamily="34" charset="0"/>
                <a:cs typeface="Times New Roman" panose="02020603050405020304" pitchFamily="18" charset="0"/>
              </a:rPr>
              <a:t>IDEATION MAP</a:t>
            </a:r>
            <a:endParaRPr lang="en-IN" sz="6600" i="1" dirty="0">
              <a:latin typeface="Agency FB" panose="020B0503020202020204" pitchFamily="34" charset="0"/>
              <a:cs typeface="Times New Roman" panose="02020603050405020304" pitchFamily="18" charset="0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6B98AB91-A685-4953-87F4-4A3D901F9B76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3371" t="6498" r="3011" b="17408"/>
          <a:stretch/>
        </p:blipFill>
        <p:spPr>
          <a:xfrm rot="16200000">
            <a:off x="3927815" y="810437"/>
            <a:ext cx="4742775" cy="68533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6499345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BBAF67-B451-4EAB-8CF3-8E44F6F38C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GB" sz="6600" i="1" dirty="0">
                <a:latin typeface="Agency FB" panose="020B0503020202020204" pitchFamily="34" charset="0"/>
                <a:cs typeface="Times New Roman" panose="02020603050405020304" pitchFamily="18" charset="0"/>
              </a:rPr>
              <a:t>PROPOSED WORK:</a:t>
            </a:r>
            <a:endParaRPr lang="en-IN" sz="6600" i="1" dirty="0">
              <a:latin typeface="Agency FB" panose="020B0503020202020204" pitchFamily="34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512F1C7-6DCA-4162-876C-DA94EDAC427D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9117" t="4209" b="10269"/>
          <a:stretch/>
        </p:blipFill>
        <p:spPr>
          <a:xfrm rot="16200000">
            <a:off x="3698450" y="-113155"/>
            <a:ext cx="4795102" cy="80217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2992115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46BB5C-97B8-4CF0-9315-211403D302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37417"/>
            <a:ext cx="2320636" cy="673562"/>
          </a:xfrm>
        </p:spPr>
        <p:txBody>
          <a:bodyPr>
            <a:normAutofit fontScale="90000"/>
          </a:bodyPr>
          <a:lstStyle/>
          <a:p>
            <a:r>
              <a:rPr lang="en-IN" dirty="0">
                <a:latin typeface="Agency FB" panose="020B0503020202020204" pitchFamily="34" charset="0"/>
              </a:rPr>
              <a:t>FLOW CHART:</a:t>
            </a:r>
          </a:p>
        </p:txBody>
      </p:sp>
      <p:pic>
        <p:nvPicPr>
          <p:cNvPr id="1028" name="Picture 4">
            <a:extLst>
              <a:ext uri="{FF2B5EF4-FFF2-40B4-BE49-F238E27FC236}">
                <a16:creationId xmlns:a16="http://schemas.microsoft.com/office/drawing/2014/main" id="{9F4638CD-E9D8-4637-B48E-188B59A09FFF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500" t="5324" r="5904" b="3299"/>
          <a:stretch/>
        </p:blipFill>
        <p:spPr bwMode="auto">
          <a:xfrm>
            <a:off x="4424218" y="0"/>
            <a:ext cx="5717309" cy="626658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55342018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955CAFE9-EC1E-4D41-979A-1BEDD21102F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62561" y="1154544"/>
            <a:ext cx="7761138" cy="5126184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ED9BD885-BF20-4C24-AFD0-7E98F9D27071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21751" r="3393"/>
          <a:stretch/>
        </p:blipFill>
        <p:spPr>
          <a:xfrm>
            <a:off x="803562" y="1154544"/>
            <a:ext cx="3573319" cy="5703455"/>
          </a:xfrm>
          <a:prstGeom prst="rect">
            <a:avLst/>
          </a:prstGeom>
        </p:spPr>
      </p:pic>
      <p:sp>
        <p:nvSpPr>
          <p:cNvPr id="7" name="Title 6">
            <a:extLst>
              <a:ext uri="{FF2B5EF4-FFF2-40B4-BE49-F238E27FC236}">
                <a16:creationId xmlns:a16="http://schemas.microsoft.com/office/drawing/2014/main" id="{FBDF52D3-BD62-4FE8-B3B8-28EA0CEC39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9283" y="0"/>
            <a:ext cx="10515600" cy="1325563"/>
          </a:xfrm>
        </p:spPr>
        <p:txBody>
          <a:bodyPr>
            <a:normAutofit/>
          </a:bodyPr>
          <a:lstStyle/>
          <a:p>
            <a:r>
              <a:rPr lang="en-GB" sz="2800" dirty="0">
                <a:latin typeface="Agency FB" panose="020B0503020202020204" pitchFamily="34" charset="0"/>
              </a:rPr>
              <a:t>ACTIVITY DIAGRAM:			SEQUENCE DIAGRAM:</a:t>
            </a:r>
            <a:endParaRPr lang="en-IN" sz="2800" dirty="0">
              <a:latin typeface="Agency FB" panose="020B0503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2133866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 descr="247,000+ Design Pictures">
            <a:extLst>
              <a:ext uri="{FF2B5EF4-FFF2-40B4-BE49-F238E27FC236}">
                <a16:creationId xmlns:a16="http://schemas.microsoft.com/office/drawing/2014/main" id="{8D9540F2-9E16-4BE0-ABB7-7D52276B958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2192000" cy="684827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38972450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A34A0D-73BD-4473-B3C2-FE6AD5FB61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Tools used: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00F2467-F4D7-4375-A532-EC2270F2D66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OpenCV</a:t>
            </a:r>
          </a:p>
          <a:p>
            <a:r>
              <a:rPr lang="en-GB" dirty="0"/>
              <a:t>Flutter(front-end)</a:t>
            </a:r>
          </a:p>
          <a:p>
            <a:r>
              <a:rPr lang="en-IN" dirty="0" err="1"/>
              <a:t>Kraggle</a:t>
            </a:r>
            <a:r>
              <a:rPr lang="en-IN" dirty="0"/>
              <a:t> (Jagadeesh change whatever u want)</a:t>
            </a:r>
          </a:p>
          <a:p>
            <a:r>
              <a:rPr lang="en-IN" dirty="0"/>
              <a:t>Postgres (database)</a:t>
            </a:r>
          </a:p>
          <a:p>
            <a:r>
              <a:rPr lang="en-IN" dirty="0"/>
              <a:t>CNN for recognition</a:t>
            </a:r>
          </a:p>
          <a:p>
            <a:r>
              <a:rPr lang="en-IN" dirty="0"/>
              <a:t>Add if I left out something</a:t>
            </a:r>
          </a:p>
          <a:p>
            <a:endParaRPr lang="en-IN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92795999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7690F4-D12A-4AB0-8E22-DA86F80D3A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UI/UX</a:t>
            </a:r>
            <a:endParaRPr lang="en-IN" dirty="0"/>
          </a:p>
        </p:txBody>
      </p:sp>
      <p:pic>
        <p:nvPicPr>
          <p:cNvPr id="1028" name="Picture 4" descr="Music App UI designs, themes, templates and downloadable graphic elements  on Dribbble">
            <a:extLst>
              <a:ext uri="{FF2B5EF4-FFF2-40B4-BE49-F238E27FC236}">
                <a16:creationId xmlns:a16="http://schemas.microsoft.com/office/drawing/2014/main" id="{E11B8CBC-3EBE-4A64-817C-2B86F9D00A2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6382" y="1940069"/>
            <a:ext cx="5504295" cy="412822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0" name="Picture 6" descr="Pin on design">
            <a:extLst>
              <a:ext uri="{FF2B5EF4-FFF2-40B4-BE49-F238E27FC236}">
                <a16:creationId xmlns:a16="http://schemas.microsoft.com/office/drawing/2014/main" id="{6DCBE9E4-3C75-4D5F-9501-C1303E1CBCC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13653" y="1940069"/>
            <a:ext cx="3575420" cy="346320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95708634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07CA7B-8689-4BFE-9C5F-762B3A3449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2436" y="337416"/>
            <a:ext cx="11767128" cy="4733348"/>
          </a:xfrm>
        </p:spPr>
        <p:txBody>
          <a:bodyPr>
            <a:normAutofit fontScale="90000"/>
          </a:bodyPr>
          <a:lstStyle/>
          <a:p>
            <a:r>
              <a:rPr lang="en-GB" sz="4900" i="1" dirty="0">
                <a:latin typeface="Agency FB" panose="020B0503020202020204" pitchFamily="34" charset="0"/>
                <a:cs typeface="Times New Roman" panose="02020603050405020304" pitchFamily="18" charset="0"/>
              </a:rPr>
              <a:t>REFERENCES</a:t>
            </a:r>
            <a:r>
              <a:rPr lang="en-GB" sz="49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br>
              <a:rPr lang="en-GB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GB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GB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1) Spotify — Song Prediction and Recommendation System</a:t>
            </a:r>
            <a:br>
              <a:rPr lang="en-GB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GB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by : </a:t>
            </a:r>
            <a:r>
              <a:rPr lang="en-GB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Sunku</a:t>
            </a:r>
            <a:r>
              <a:rPr lang="en-GB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Sowmya </a:t>
            </a:r>
            <a:r>
              <a:rPr lang="en-GB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Sree</a:t>
            </a:r>
            <a:br>
              <a:rPr lang="en-GB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GB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Source: </a:t>
            </a:r>
            <a:r>
              <a:rPr lang="en-GB" sz="2000" dirty="0">
                <a:latin typeface="Times New Roman" panose="02020603050405020304" pitchFamily="18" charset="0"/>
                <a:cs typeface="Times New Roman" panose="02020603050405020304" pitchFamily="18" charset="0"/>
                <a:hlinkClick r:id="rId2"/>
              </a:rPr>
              <a:t>https://medium.com/swlh/spotify-song-prediction-and-recommendation-system-b3bbc71398ad</a:t>
            </a:r>
            <a:br>
              <a:rPr lang="en-GB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GB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GB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GB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GB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2) Create Music Recommendation System Using Python</a:t>
            </a:r>
            <a:br>
              <a:rPr lang="en-GB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GB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by : Ajinkya Khobragade</a:t>
            </a:r>
            <a:br>
              <a:rPr lang="en-GB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GB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Source: </a:t>
            </a:r>
            <a:r>
              <a:rPr lang="en-GB" sz="2000" dirty="0">
                <a:latin typeface="Times New Roman" panose="02020603050405020304" pitchFamily="18" charset="0"/>
                <a:cs typeface="Times New Roman" panose="02020603050405020304" pitchFamily="18" charset="0"/>
                <a:hlinkClick r:id="rId3"/>
              </a:rPr>
              <a:t>https://towardsdatascience.com/create-music-recommendation-system-using-python-ce5401317159</a:t>
            </a:r>
            <a:br>
              <a:rPr lang="en-GB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GB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GB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2237559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22" name="Picture 2" descr="2,517 Presentation thank you Vector Images, Presentation thank you  Illustrations | Depositphotos">
            <a:extLst>
              <a:ext uri="{FF2B5EF4-FFF2-40B4-BE49-F238E27FC236}">
                <a16:creationId xmlns:a16="http://schemas.microsoft.com/office/drawing/2014/main" id="{600B82DF-5C18-4B02-99FF-C80D18F6EC1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1" y="0"/>
            <a:ext cx="12192001" cy="685532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71507623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513</TotalTime>
  <Words>328</Words>
  <Application>Microsoft Office PowerPoint</Application>
  <PresentationFormat>Widescreen</PresentationFormat>
  <Paragraphs>32</Paragraphs>
  <Slides>18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4" baseType="lpstr">
      <vt:lpstr>Agency FB</vt:lpstr>
      <vt:lpstr>Arial</vt:lpstr>
      <vt:lpstr>Calibri</vt:lpstr>
      <vt:lpstr>Calibri Light</vt:lpstr>
      <vt:lpstr>Times New Roman</vt:lpstr>
      <vt:lpstr>Office Theme</vt:lpstr>
      <vt:lpstr>SONG RECOMMENDER USING FACIAL EXPRESSION</vt:lpstr>
      <vt:lpstr>PROBLEM STATEMENT :</vt:lpstr>
      <vt:lpstr>PowerPoint Presentation</vt:lpstr>
      <vt:lpstr>PowerPoint Presentation</vt:lpstr>
      <vt:lpstr>ABSTRACT:</vt:lpstr>
      <vt:lpstr>Scope:</vt:lpstr>
      <vt:lpstr>PowerPoint Presentation</vt:lpstr>
      <vt:lpstr>Functional Requirements:</vt:lpstr>
      <vt:lpstr>Non-Functional Requirements:</vt:lpstr>
      <vt:lpstr>IDEATION MAP</vt:lpstr>
      <vt:lpstr>PROPOSED WORK:</vt:lpstr>
      <vt:lpstr>FLOW CHART:</vt:lpstr>
      <vt:lpstr>ACTIVITY DIAGRAM:   SEQUENCE DIAGRAM:</vt:lpstr>
      <vt:lpstr>PowerPoint Presentation</vt:lpstr>
      <vt:lpstr>Tools used:</vt:lpstr>
      <vt:lpstr>UI/UX</vt:lpstr>
      <vt:lpstr>REFERENCES:   1) Spotify — Song Prediction and Recommendation System      by : Sunku Sowmya Sree      Source: https://medium.com/swlh/spotify-song-prediction-and-recommendation-system-b3bbc71398ad    2) Create Music Recommendation System Using Python      by : Ajinkya Khobragade      Source: https://towardsdatascience.com/create-music-recommendation-system-using-python-ce5401317159   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CHATBOT SONG RECOMMENDER USING FACIAL EXPRESSION</dc:title>
  <dc:creator>Devaraj Sreeram</dc:creator>
  <cp:lastModifiedBy>HARIHARAN B P</cp:lastModifiedBy>
  <cp:revision>17</cp:revision>
  <dcterms:created xsi:type="dcterms:W3CDTF">2021-09-14T14:00:02Z</dcterms:created>
  <dcterms:modified xsi:type="dcterms:W3CDTF">2021-10-14T06:25:16Z</dcterms:modified>
</cp:coreProperties>
</file>